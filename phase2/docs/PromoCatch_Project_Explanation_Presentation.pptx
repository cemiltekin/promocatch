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6012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ptos"/>
              </a:defRPr>
            </a:pPr>
            <a:r>
              <a:t>PromoCatch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E2E8F0"/>
                </a:solidFill>
                <a:latin typeface="Aptos"/>
              </a:defRPr>
            </a:pPr>
            <a:r>
              <a:t>Campaign and Deal Tracking System</a:t>
            </a:r>
          </a:p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t>Project Explanation and Phase 2 Demo</a:t>
            </a:r>
          </a:p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t>Team: Cemil Tekin, Kaan Kesen, Omer Tarik Candir</a:t>
            </a:r>
          </a:p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t>Local URL used for screenshots: http://127.0.0.1:8010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Aptos"/>
              </a:defRPr>
            </a:pPr>
            <a:r>
              <a:t>Prepared: 15.05.2026 16:14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"/>
              </a:defRPr>
            </a:pPr>
            <a:r>
              <a:t>Presentation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The story we will use to explain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989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1. Explain the problem and the goal of PromoCatch.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2. Introduce users and main campaign management use cases.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3. Show the layered architecture and how each code file fits into it.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4. Summarize what was completed in Phase 2.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5. Walk through local UI, Swagger, and API screenshots.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6. Close with deployment and submission package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508760"/>
            <a:ext cx="4023360" cy="33832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E40AF"/>
                </a:solidFill>
                <a:latin typeface="Aptos"/>
              </a:defRPr>
            </a:pPr>
            <a:r>
              <a:t>Presentation Goal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Make the architecture understandable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Show that the system runs locally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Connect screenshots to real features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Prepare a clear instructor-facing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1018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PromoCatch | Software Architecture Project | Phase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"/>
              </a:defRPr>
            </a:pPr>
            <a:r>
              <a:t>Problem and Project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Why PromoCatch exists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5166360" cy="40690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E40AF"/>
                </a:solidFill>
                <a:latin typeface="Aptos"/>
              </a:defRPr>
            </a:pPr>
            <a:r>
              <a:t>Problem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Campaigns are spread across different platforms.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Users need a simple way to view active opportunities.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Campaign data should be searchable, editable, and stored persistently.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17320"/>
            <a:ext cx="5166360" cy="40690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E40AF"/>
                </a:solidFill>
                <a:latin typeface="Aptos"/>
              </a:defRPr>
            </a:pPr>
            <a:r>
              <a:t>Goal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Build a web-based campaign tracking system.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Provide a frontend for users and a REST API for data operations.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Apply layered architecture and document it using SAD Version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1018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PromoCatch | Software Architecture Project | Phase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"/>
              </a:defRPr>
            </a:pPr>
            <a:r>
              <a:t>Users and Main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What the system allows users to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3749039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E40AF"/>
                </a:solidFill>
                <a:latin typeface="Aptos"/>
              </a:defRPr>
            </a:pPr>
            <a:r>
              <a:t>Actors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User: tracks, searches, creates, edits, and deletes campaigns.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System: validates data, stores records, and serves API responses.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3480" y="1417320"/>
            <a:ext cx="6309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View campaign list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Search campaigns by title or description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Filter campaigns by platform and discount range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Create new campaign records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Update existing campaign records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Delete campaign records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View campaign details through the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1018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PromoCatch | Software Architecture Project | Phase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"/>
              </a:defRPr>
            </a:pPr>
            <a:r>
              <a:t>What We Completed in 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Small summary of the work added after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  <a:latin typeface="Aptos"/>
              </a:defRPr>
            </a:pPr>
            <a:r>
              <a:t>Extended SAD Version 2 with completed use case, logical, process, development, and deployment views.</a:t>
            </a:r>
          </a:p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  <a:latin typeface="Aptos"/>
              </a:defRPr>
            </a:pPr>
            <a:r>
              <a:t>Completed frontend flows: list, search, filter, create, update, and delete campaigns.</a:t>
            </a:r>
          </a:p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  <a:latin typeface="Aptos"/>
              </a:defRPr>
            </a:pPr>
            <a:r>
              <a:t>Completed backend REST API endpoints for campaign CRUD and health checks.</a:t>
            </a:r>
          </a:p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  <a:latin typeface="Aptos"/>
              </a:defRPr>
            </a:pPr>
            <a:r>
              <a:t>Added Dockerfile and docker-compose.yml for deployment-ready execution.</a:t>
            </a:r>
          </a:p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  <a:latin typeface="Aptos"/>
              </a:defRPr>
            </a:pPr>
            <a:r>
              <a:t>Improved Discount Rate input behavior and added fast selection including 100%.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11018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PromoCatch | Software Architecture Project | Phase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"/>
              </a:defRPr>
            </a:pPr>
            <a:r>
              <a:t>Layered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How the code maps to the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224028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E40AF"/>
                </a:solidFill>
                <a:latin typeface="Aptos"/>
              </a:defRPr>
            </a:pPr>
            <a:r>
              <a:t>Presentation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static/index.html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Forms, campaign cards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Fetch API 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463040"/>
            <a:ext cx="224028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E40AF"/>
                </a:solidFill>
                <a:latin typeface="Aptos"/>
              </a:defRPr>
            </a:pPr>
            <a:r>
              <a:t>Control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main.py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routers.py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REST endpoint definitions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463040"/>
            <a:ext cx="224028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E40AF"/>
                </a:solidFill>
                <a:latin typeface="Aptos"/>
              </a:defRPr>
            </a:pPr>
            <a:r>
              <a:t>Domain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schemas.py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services.py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Validation and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1463040"/>
            <a:ext cx="224028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E40AF"/>
                </a:solidFill>
                <a:latin typeface="Aptos"/>
              </a:defRPr>
            </a:pPr>
            <a:r>
              <a:t>Resource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database.py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models.py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repository.py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SQLite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F2937"/>
                </a:solidFill>
                <a:latin typeface="Aptos"/>
              </a:defRPr>
            </a:pPr>
            <a:r>
              <a:t>The browser sends HTTP requests to FastAPI routes.</a:t>
            </a:r>
          </a:p>
          <a:p>
            <a:pPr>
              <a:spcAft>
                <a:spcPts val="1000"/>
              </a:spcAft>
              <a:defRPr sz="1600" b="0">
                <a:solidFill>
                  <a:srgbClr val="1F2937"/>
                </a:solidFill>
                <a:latin typeface="Aptos"/>
              </a:defRPr>
            </a:pPr>
            <a:r>
              <a:t>Routes delegate work to services instead of accessing the database directly.</a:t>
            </a:r>
          </a:p>
          <a:p>
            <a:pPr>
              <a:spcAft>
                <a:spcPts val="1000"/>
              </a:spcAft>
              <a:defRPr sz="1600" b="0">
                <a:solidFill>
                  <a:srgbClr val="1F2937"/>
                </a:solidFill>
                <a:latin typeface="Aptos"/>
              </a:defRPr>
            </a:pPr>
            <a:r>
              <a:t>Repository functions are responsible for SQLAlchemy database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37376"/>
            <a:ext cx="11018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PromoCatch | Software Architecture Project | Phase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"/>
              </a:defRPr>
            </a:pPr>
            <a:r>
              <a:t>Local Screen 1: Campaign Management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What we built on the frontend and what it is used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7543800" cy="498347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home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5236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325880"/>
            <a:ext cx="3337560" cy="22402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E40AF"/>
                </a:solidFill>
                <a:latin typeface="Aptos"/>
              </a:defRPr>
            </a:pPr>
            <a:r>
              <a:t>What we did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Built a responsive campaign dashboard.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Added search, platform filter, discount range filter, and CRUD actions.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Improved the Discount Rate input and fast selection buttons.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794760"/>
            <a:ext cx="3337560" cy="2057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E40AF"/>
                </a:solidFill>
                <a:latin typeface="Aptos"/>
              </a:defRPr>
            </a:pPr>
            <a:r>
              <a:t>Why it matters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Users can manage campaigns without using the API manually.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The screen proves the frontend is connected to backend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11018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PromoCatch | Software Architecture Project | Phase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"/>
              </a:defRPr>
            </a:pPr>
            <a:r>
              <a:t>Local Screen 2: Swagger API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What backend endpoints exist and why they are important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7543800" cy="498347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-swagger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5236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325880"/>
            <a:ext cx="3337560" cy="22402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E40AF"/>
                </a:solidFill>
                <a:latin typeface="Aptos"/>
              </a:defRPr>
            </a:pPr>
            <a:r>
              <a:t>What we did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Exposed campaign endpoints with FastAPI.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Documented GET, POST, PUT, DELETE, and health check routes.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Used Pydantic schemas for request and response contracts.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794760"/>
            <a:ext cx="3337560" cy="2057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E40AF"/>
                </a:solidFill>
                <a:latin typeface="Aptos"/>
              </a:defRPr>
            </a:pPr>
            <a:r>
              <a:t>Why it matters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Swagger makes the backend testable and easy to understand.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It shows the REST API contract used by the frontend.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11018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PromoCatch | Software Architecture Project | Phase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"/>
              </a:defRPr>
            </a:pPr>
            <a:r>
              <a:t>Local Screen 3: Live API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How the backend returns real campaign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7543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campaigns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45236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325880"/>
            <a:ext cx="3337560" cy="22402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E40AF"/>
                </a:solidFill>
                <a:latin typeface="Aptos"/>
              </a:defRPr>
            </a:pPr>
            <a:r>
              <a:t>What we did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Returned campaign records as JSON from /campaigns.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Stored and retrieved data through SQLite and SQLAlchemy.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Used the same response format for frontend rendering.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794760"/>
            <a:ext cx="3337560" cy="2057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E40AF"/>
                </a:solidFill>
                <a:latin typeface="Aptos"/>
              </a:defRPr>
            </a:pPr>
            <a:r>
              <a:t>Why it matters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This proves persistence and backend integration.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It connects the resource layer to the user-facing 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11018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PromoCatch | Software Architecture Project | Phase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"/>
              </a:defRPr>
            </a:pPr>
            <a:r>
              <a:t>Deployment and Run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Files included for running the Phase 2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98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  <a:latin typeface="Aptos"/>
              </a:defRPr>
            </a:pPr>
            <a:r>
              <a:t>Local run: python -m uvicorn main:app --reload</a:t>
            </a:r>
          </a:p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  <a:latin typeface="Aptos"/>
              </a:defRPr>
            </a:pPr>
            <a:r>
              <a:t>Local test URL used here: http://127.0.0.1:8010</a:t>
            </a:r>
          </a:p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  <a:latin typeface="Aptos"/>
              </a:defRPr>
            </a:pPr>
            <a:r>
              <a:t>Docker run: docker compose up --build</a:t>
            </a:r>
          </a:p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  <a:latin typeface="Aptos"/>
              </a:defRPr>
            </a:pPr>
            <a:r>
              <a:t>Persistent data file: data/promocatch.db</a:t>
            </a:r>
          </a:p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  <a:latin typeface="Aptos"/>
              </a:defRPr>
            </a:pPr>
            <a:r>
              <a:t>Main documentation: docs/SAD_Phase2.pdf and docs/SAD_Phase2.md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11018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PromoCatch | Software Architecture Project | Phase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"/>
              </a:defRPr>
            </a:pPr>
            <a:r>
              <a:t>Files to Submit to the Instructor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Recommended Phase 2 delivery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1. Phase2_SAD_Code_CemilTekin_KaanKesen_OmerTaricandir.zip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2. docs/SAD_Phase2.pdf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3. docs/SAD_Phase2.md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4. docs/PromoCatch_Project_Explanation_Presentation.pptx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5. README.md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6. Source code: main.py, routers.py, services.py, repository.py, models.py, schemas.py, database.py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7. Frontend: static/index.html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8. Deployment files: Dockerfile, docker-compose.yml, requirements.txt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11018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PromoCatch | Software Architecture Project | Phase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966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6A34A"/>
                </a:solidFill>
                <a:latin typeface="Aptos"/>
              </a:defRPr>
            </a:pPr>
            <a:r>
              <a:t>PromoCatch Phase 2 is complete, functional, documented, and ready for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11018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PromoCatch | Software Architecture Project | Phase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